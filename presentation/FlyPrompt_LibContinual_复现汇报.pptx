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82848"/>
                </a:solidFill>
                <a:latin typeface="Microsoft YaHei"/>
              </a:rPr>
              <a:t>FlyPrompt 论文复现与 LibContinual 代码移植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70A0"/>
                </a:solidFill>
                <a:latin typeface="Microsoft YaHei"/>
              </a:rPr>
              <a:t>代码 + PPT + 10 分钟以内录制演示材料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73152" cy="105156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286000"/>
            <a:ext cx="3063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任务目标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67919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将 FlyPrompt 从 FlyGCL 迁移到 LibContinual，并完成可追溯复现实验报告。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148840"/>
            <a:ext cx="73152" cy="105156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286000"/>
            <a:ext cx="3063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核心方法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67919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Prompt experts + REAR 解析路由 + TE2 多时间尺度 EMA heads。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148840"/>
            <a:ext cx="3383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148840"/>
            <a:ext cx="73152" cy="105156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286000"/>
            <a:ext cx="3063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最终产物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67919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GitHub 代码、中文复现报告、JSON 证据、图表与演示路线。</a:t>
            </a:r>
          </a:p>
        </p:txBody>
      </p:sp>
      <p:pic>
        <p:nvPicPr>
          <p:cNvPr id="16" name="Picture 15" descr="paper_vs_lib_sup21k_auc_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3320"/>
            <a:ext cx="5212080" cy="2331720"/>
          </a:xfrm>
          <a:prstGeom prst="rect">
            <a:avLst/>
          </a:prstGeom>
        </p:spPr>
      </p:pic>
      <p:pic>
        <p:nvPicPr>
          <p:cNvPr id="17" name="Picture 16" descr="paper_vs_lib_component_ablation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03320"/>
            <a:ext cx="5074920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复现问题：为什么 FlyPrompt 适合 GCL？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General Continual Learning 场景下，任务边界不可靠、类别会重复出现、数据是单遍流式到达。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673352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0" b="0">
                <a:solidFill>
                  <a:srgbClr val="2D323C"/>
                </a:solidFill>
                <a:latin typeface="Microsoft YaHei"/>
              </a:rPr>
              <a:t>传统 task/class incremental 假设任务边界较清晰，GCL 更接近真实在线数据流。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78024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0" b="0">
                <a:solidFill>
                  <a:srgbClr val="2D323C"/>
                </a:solidFill>
                <a:latin typeface="Microsoft YaHei"/>
              </a:rPr>
              <a:t>Si-Blurry 同时包含 disjoint classes 与 blurry classes，要求模型处理类别重现。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282696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9544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0" b="0">
                <a:solidFill>
                  <a:srgbClr val="2D323C"/>
                </a:solidFill>
                <a:latin typeface="Microsoft YaHei"/>
              </a:rPr>
              <a:t>冻结预训练 ViT 可以降低训练成本，但需要可靠的 expert routing 和稳定分类头。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087368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4216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0" b="0">
                <a:solidFill>
                  <a:srgbClr val="2D323C"/>
                </a:solidFill>
                <a:latin typeface="Microsoft YaHei"/>
              </a:rPr>
              <a:t>FlyPrompt 的核心价值是用轻量组件提升在线持续学习稳定性。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73152" cy="91440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37360"/>
            <a:ext cx="4251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难点 1：路由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30552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没有可靠任务标签时，如何为输入样本选择合适 expert？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788920"/>
            <a:ext cx="73152" cy="91440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926079"/>
            <a:ext cx="4251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难点 2：遗忘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19272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每个 expert 只看到有限、不均衡样本时，如何减少短期偏置？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77639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73152" cy="91440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114800"/>
            <a:ext cx="4251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复现目标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507992"/>
            <a:ext cx="4251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不是简单跑通代码，而是在 LibContinual 生命周期中重建算法语义。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方法结构：Prompt Expert + REAR + TE2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迁移实现保留论文中的三个关键机制。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41605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017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Prompt Expert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01752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冻结 ViT backbone，只训练每个 expert 的 prompt token 和分类头。
优点：参数高效，避免全模型在线更新成本。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73152" cy="41605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91639"/>
            <a:ext cx="3017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REAR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84831"/>
            <a:ext cx="301752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使用随机扩展特征维护 G/Q 统计量，通过 ridge regression 解析求解 router。
优点：路由轻量、稳定，不依赖任务标签。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554480"/>
            <a:ext cx="333756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73152" cy="41605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91639"/>
            <a:ext cx="30175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TE2 Heads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84831"/>
            <a:ext cx="301752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为每个 expert 维护 online head 和多个 EMA heads，推理时做 temporal ensemble。
优点：兼顾快速适应和长期平滑。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代码移植：按 LibContinual 接口重建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迁移不是直接调用 FlyGCL，而是适配模型、数据、训练和评估边界。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83563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182848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182848"/>
                          </a:solidFill>
                          <a:latin typeface="Microsoft YaHei"/>
                        </a:rPr>
                        <a:t>迁移内容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182848"/>
                          </a:solidFill>
                          <a:latin typeface="Microsoft YaHei"/>
                        </a:rPr>
                        <a:t>关键文件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模型层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PromptBank、RearRouter、FlyPrompt 组合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models/flyprompt.py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训练层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online_iter 多步更新与 EMA 更新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methods/flyprompt.py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Trainer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FlyPrompt 专用 observe_with_optimizer 分支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methods/_trainer.py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报告证据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JSON 归档、聚合表格、图像对比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2D323C"/>
                          </a:solidFill>
                          <a:latin typeface="Microsoft YaHei"/>
                        </a:rPr>
                        <a:t>docs/libcontinual_reproduction/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70A0"/>
                </a:solidFill>
                <a:latin typeface="Microsoft YaHei"/>
              </a:rPr>
              <a:t>代码演示时重点打开上述 4 个位置，能覆盖“做了什么、怎么跑、结果在哪里、如何追溯”。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实验协议与证据链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主实验对齐 CIFAR-100 / Sup-21K / Si-Blurry 默认设置，五个随机种子。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90472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数据流：5 sessions，r_D=50%，r_B=10%，balanced split。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40280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模型：ViT-B/16 Sup-21K，backbone 冻结，prompt length=5。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90088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训练：Adam，lr=0.005，batch size=64，online_iter=3，AMP。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39896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66744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80" b="0">
                <a:solidFill>
                  <a:srgbClr val="2D323C"/>
                </a:solidFill>
                <a:latin typeface="Microsoft YaHei"/>
              </a:rPr>
              <a:t>指标：A_auc、A_last、A_avg、F_last、BWT_last。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554480"/>
            <a:ext cx="43891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主报告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94767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docs/libcontinual_reproduction/FULL_REPRODUCTION_REPORT.md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0604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0604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743200"/>
            <a:ext cx="43891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结果证据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13639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json_experiment_results/local_reference_json/all_local_json/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9476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73152" cy="96012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931920"/>
            <a:ext cx="43891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表格映射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325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json_experiment_results/TABLE_TO_JSON_MAP.md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983480"/>
            <a:ext cx="47091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983480"/>
            <a:ext cx="73152" cy="960120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5120640"/>
            <a:ext cx="43891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图表输出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551383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json_experiment_results/figures/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主结果：论文与 LibContinual 迁移版对比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迁移版在三个数据集上均略低于论文，但差距稳定。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vs_lib_sup21k_auc_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623560" cy="2834640"/>
          </a:xfrm>
          <a:prstGeom prst="rect">
            <a:avLst/>
          </a:prstGeom>
        </p:spPr>
      </p:pic>
      <p:pic>
        <p:nvPicPr>
          <p:cNvPr id="6" name="Picture 5" descr="paper_vs_lib_sup21k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166360" cy="2834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590288"/>
          <a:ext cx="106070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论文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迁移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论文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82848"/>
                          </a:solidFill>
                          <a:latin typeface="Microsoft YaHei"/>
                        </a:rPr>
                        <a:t>迁移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CIFAR-100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83.24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81.47 ± 0.61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86.76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84.59 ± 0.37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ImageNet-R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56.58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55.12 ± 0.74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55.27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53.61 ± 0.68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CUB-200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70.64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69.08 ± 0.92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73.40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D323C"/>
                          </a:solidFill>
                          <a:latin typeface="Microsoft YaHei"/>
                        </a:rPr>
                        <a:t>71.46 ± 0.81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消融结果：关键组件趋势被复现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完整 FlyPrompt 最好，去掉 prompt / REAR / EMA 均会下降。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vs_lib_component_ablati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5486400" cy="3429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481328"/>
          <a:ext cx="4892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设置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迁移 A_auc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182848"/>
                          </a:solidFill>
                          <a:latin typeface="Microsoft YaHei"/>
                        </a:rPr>
                        <a:t>迁移 A_last</a:t>
                      </a:r>
                    </a:p>
                  </a:txBody>
                  <a:tcPr marL="36576" marR="36576">
                    <a:solidFill>
                      <a:srgbClr val="E8EF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No prompt, no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69.82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71.15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No REAR,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80.28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82.20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REAR + prompt, no EMA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80.15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82.71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Full FlyPrompt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81.47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2D323C"/>
                          </a:solidFill>
                          <a:latin typeface="Microsoft YaHei"/>
                        </a:rPr>
                        <a:t>84.59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578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70A0"/>
                </a:solidFill>
                <a:latin typeface="Microsoft YaHei"/>
              </a:rPr>
              <a:t>结论：迁移版不仅接近主结果，更重要的是保留了论文中“组件组合贡献”的相对关系。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在线曲线与异常处理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GCL 评估会随 seen-class 范围扩大而阶段性变难，因此曲线下跳不是简单异常。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nline_gcl_curve_s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623560" cy="3611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83680" y="1581912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50876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session 边界后 accuracy 短期回落，后续逐步恢复。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295144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221991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五个 seed 全部纳入统计，没有手动剔除低 seed。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3008376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935224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AMP 和 transform 差异作为 ablation 记录，不混入主结果。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3721607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648456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D323C"/>
                </a:solidFill>
                <a:latin typeface="Microsoft YaHei"/>
              </a:rPr>
              <a:t>所有主要数值可从 JSON、聚合表和 SHA256 追溯。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录制中的代码演示路线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建议控制在 3 分钟以内，只展示核心路径，不现场跑完整实验。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90472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1. README：展示仓库入口和复现报告链接。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03704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2. models/flyprompt.py：展示 PromptBank、RearRouter、EMA heads。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16936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3. methods/flyprompt.py 与 methods/_trainer.py：展示 online_iter 多步更新和 trainer 接入。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57015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4. docs/libcontinual_reproduction/FULL_REPRODUCTION_REPORT.md：展示主报告。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43400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23C"/>
                </a:solidFill>
                <a:latin typeface="Microsoft YaHei"/>
              </a:rPr>
              <a:t>5. json_experiment_results/：展示 JSON 证据、聚合表格和图表。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532120"/>
            <a:ext cx="10287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532120"/>
            <a:ext cx="73152" cy="594360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669280"/>
            <a:ext cx="9966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不建议现场执行完整训练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6062472"/>
            <a:ext cx="9966960" cy="-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10 分钟视频里只展示命令位置、配置文件和已归档结果；完整训练耗时较长。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82848"/>
                </a:solidFill>
                <a:latin typeface="Microsoft YaHei"/>
              </a:rPr>
              <a:t>结论与提交状态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97484"/>
                </a:solidFill>
                <a:latin typeface="Microsoft YaHei"/>
              </a:rPr>
              <a:t>当前版本适合作为“代码 + PPT + 演示视频”的提交材料。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1064240" cy="18288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874519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5448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完成内容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47672"/>
            <a:ext cx="310896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FlyPrompt 核心算法已迁移；报告、图表、JSON 证据已归档；GitHub 已更新。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874519"/>
          </a:xfrm>
          <a:prstGeom prst="rect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5448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复现结论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47672"/>
            <a:ext cx="310896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主结果差距约 1-2 个百分点；组件趋势、EMA/mask/router 结论与论文一致。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342900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74519"/>
          </a:xfrm>
          <a:prstGeom prst="rect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5448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2848"/>
                </a:solidFill>
                <a:latin typeface="Microsoft YaHei"/>
              </a:rPr>
              <a:t>局限说明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47672"/>
            <a:ext cx="310896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80" b="0">
                <a:solidFill>
                  <a:srgbClr val="2D323C"/>
                </a:solidFill>
                <a:latin typeface="Microsoft YaHei"/>
              </a:rPr>
              <a:t>部分论文扩展行无本地 JSON 映射；成本表仍依赖硬件和测量口径。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050791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9464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提交仓库：https://github.com/binhaotian/FlyGCL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581144"/>
            <a:ext cx="109728" cy="109728"/>
          </a:xfrm>
          <a:prstGeom prst="ellipse">
            <a:avLst/>
          </a:prstGeom>
          <a:solidFill>
            <a:srgbClr val="C65830"/>
          </a:solidFill>
          <a:ln>
            <a:solidFill>
              <a:srgbClr val="C6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07992"/>
            <a:ext cx="9464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最新提交：见 GitHub main 分支提交记录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5111496"/>
            <a:ext cx="109728" cy="109728"/>
          </a:xfrm>
          <a:prstGeom prst="ellipse">
            <a:avLst/>
          </a:prstGeom>
          <a:solidFill>
            <a:srgbClr val="1870A0"/>
          </a:solidFill>
          <a:ln>
            <a:solidFill>
              <a:srgbClr val="18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38344"/>
            <a:ext cx="9464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D323C"/>
                </a:solidFill>
                <a:latin typeface="Microsoft YaHei"/>
              </a:rPr>
              <a:t>建议视频结构：PPT 约 7 分钟 + 代码演示约 3 分钟。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5105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97484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