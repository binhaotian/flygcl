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848"/>
                </a:solidFill>
                <a:latin typeface="Microsoft YaHei"/>
              </a:rPr>
              <a:t>FlyPrompt 论文复现与 LibContinual 代码移植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70A0"/>
                </a:solidFill>
                <a:latin typeface="Microsoft YaHei"/>
              </a:rPr>
              <a:t>代码 + PPT + 10 分钟以内录制演示材料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3383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73152" cy="105156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276856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项目目标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651760"/>
            <a:ext cx="305409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把 FlyPrompt 迁移到 LibContinual，并完成可追溯复现。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148840"/>
            <a:ext cx="3383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148840"/>
            <a:ext cx="73152" cy="105156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276856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核心方法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651760"/>
            <a:ext cx="305409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Prompt experts + REAR 解析路由 + TE2 EMA heads。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148840"/>
            <a:ext cx="3383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148840"/>
            <a:ext cx="73152" cy="105156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276856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最终产物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651760"/>
            <a:ext cx="305409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GitHub 代码、中文报告、JSON 证据、图表和演示路线。</a:t>
            </a:r>
          </a:p>
        </p:txBody>
      </p:sp>
      <p:pic>
        <p:nvPicPr>
          <p:cNvPr id="16" name="Picture 15" descr="paper_vs_lib_sup21k_auc_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03320"/>
            <a:ext cx="5212080" cy="2331720"/>
          </a:xfrm>
          <a:prstGeom prst="rect">
            <a:avLst/>
          </a:prstGeom>
        </p:spPr>
      </p:pic>
      <p:pic>
        <p:nvPicPr>
          <p:cNvPr id="17" name="Picture 16" descr="paper_vs_lib_component_ablation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03320"/>
            <a:ext cx="5074920" cy="2331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这个项目在做什么？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一句话：把论文方法变成 LibContinual 中可运行、可复查、可对比的持续学习实现。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333756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32588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3677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30083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FlyPrompt 论文、原 FlyGCL 代码、LibContinual 框架接口、Si-Blurry/GCL 实验协议。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333756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132588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3677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11680"/>
            <a:ext cx="30083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重建模型组件、对齐训练循环、复刻数据流、导出论文风格指标。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508760"/>
            <a:ext cx="333756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73152" cy="132588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3677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11680"/>
            <a:ext cx="30083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可提交 GitHub 仓库、中文复现报告、图表、JSON 证据和演示视频。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29000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37560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不是只跑通一次实验，而是把“代码实现、实验协议、结果证据、报告解释”整理成完整提交包。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123944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32504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重点证明两件事：算法组件是否正确迁移；复现趋势是否与论文一致。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18888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27448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录制视频中建议先讲项目整体，再展示关键代码和结果证据。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提交材料由哪些部分组成？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代码、PPT 和录制视频需要互相对应，避免视频里讲的东西在仓库中找不到。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4892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45336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代码仓库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4562855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https://github.com/binhaotian/FlyGCL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73152" cy="9601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545336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主报告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920240"/>
            <a:ext cx="48371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docs/libcontinual_reproduction/FULL_REPRODUCTION_REPORT.md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4892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825496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结果证据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00400"/>
            <a:ext cx="4562855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json_experiment_results/local_reference_json/all_local_json/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697480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269748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825496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图表与表格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200400"/>
            <a:ext cx="48371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json_experiment_results/figures/ 与 aggregated_tables/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77639"/>
            <a:ext cx="4892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77639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5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演示 PPT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480559"/>
            <a:ext cx="4562855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presentation/FlyPrompt_LibContinual_复现汇报_增强版.pptx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977639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3977639"/>
            <a:ext cx="73152" cy="9601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4105655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录制讲稿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4480559"/>
            <a:ext cx="48371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presentation/录制讲稿_10分钟以内.md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32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0A0"/>
                </a:solidFill>
                <a:latin typeface="Microsoft YaHei"/>
              </a:rPr>
              <a:t>录制时的主线：项目目标 -&gt; 方法结构 -&gt; 代码移植 -&gt; 复现实验 -&gt; 结果证据 -&gt; 结论。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仓库结构：从哪里看？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给评审一个清晰入口，说明每类材料都放在哪里。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83563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82848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82848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82848"/>
                          </a:solidFill>
                          <a:latin typeface="Microsoft YaHei"/>
                        </a:rPr>
                        <a:t>录屏时怎么讲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README.md:192-204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复现报告入口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先展示这里，说明仓库已挂主报告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models/flyprompt.py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模型主体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展示 Prompt、REAR、TE2 是怎么组织的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methods/flyprompt.py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在线训练流程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展示 online_iter、mask、EMA 更新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docs/libcontinual_reproduction/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中文报告和证据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D323C"/>
                          </a:solidFill>
                          <a:latin typeface="Microsoft YaHei"/>
                        </a:rPr>
                        <a:t>展示报告、JSON、表格、图像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822960" y="5074920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983480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这一页可以作为代码演示前的导航页。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5641848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如果视频时间紧，代码演示只打开这 4 个位置即可。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复现问题：为什么 FlyPrompt 适合 GCL？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General Continual Learning 中任务边界不可靠、类别会重复出现、数据单遍到达。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691640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传统 task/class incremental 假设任务边界较清晰，GCL 更接近真实在线数据流。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96312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Si-Blurry 同时包含 disjoint classes 与 blurry classes，要求模型处理类别重现。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300984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954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冻结预训练 ViT 可以降低训练成本，但需要可靠 expert routing 和稳定分类头。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105656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421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FlyPrompt 用轻量组件提升在线持续学习稳定性。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0020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73152" cy="91440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728216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难点 1：路由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没有可靠任务标签时，如何为输入样本选择合适 expert？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8892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788920"/>
            <a:ext cx="73152" cy="91440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916936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难点 2：遗忘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291839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每个 expert 只看到有限、不均衡样本时，如何减少短期偏置？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77639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977639"/>
            <a:ext cx="73152" cy="91440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105655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复现目标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480559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在 LibContinual 生命周期中重建算法语义，而不是简单搬运文件。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方法结构：Prompt Expert + REAR + TE2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迁移实现保留论文中的三个关键机制。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33375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41605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824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Prompt Expert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3008376" cy="359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冻结 ViT backbone，只训练每个 expert 的 prompt token 和分类头。
优点：参数高效，避免全模型在线更新成本。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33375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73152" cy="41605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824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REAR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57400"/>
            <a:ext cx="3008376" cy="359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使用随机扩展特征维护 G/Q 统计量，通过 ridge regression 解析求解 router。
优点：路由轻量、稳定，不依赖任务标签。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554480"/>
            <a:ext cx="33375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54480"/>
            <a:ext cx="73152" cy="41605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824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TE2 Heads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57400"/>
            <a:ext cx="3008376" cy="359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为每个 expert 维护 online head 和多个 EMA heads，推理时做 temporal ensemble。
优点：兼顾快速适应和长期平滑。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代码截图 1：模型组件如何落地？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建议录屏时截 models/flyprompt.py 中 Prompt 和 REAR 两段。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prompt_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532120" cy="2377440"/>
          </a:xfrm>
          <a:prstGeom prst="rect">
            <a:avLst/>
          </a:prstGeom>
        </p:spPr>
      </p:pic>
      <p:pic>
        <p:nvPicPr>
          <p:cNvPr id="6" name="Picture 5" descr="02_rear_rou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486400" cy="3063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251960"/>
            <a:ext cx="52120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73152" cy="11887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379976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截图位置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754880"/>
            <a:ext cx="4882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models/flyprompt.py:22-38
Prompt expert 参数：多层、多 expert、多 token。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800600"/>
            <a:ext cx="52578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4800600"/>
            <a:ext cx="73152" cy="11887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4928616"/>
            <a:ext cx="4928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截图位置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5303520"/>
            <a:ext cx="49286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models/flyprompt.py:113-143
REAR router：随机投影矩阵、G/Q 统计量、冻结参数。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代码截图 2：在线训练语义如何对齐？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建议录屏时截 methods/flyprompt.py 中 online_step 和 batch mask/EMA 两段。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online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532120" cy="2423160"/>
          </a:xfrm>
          <a:prstGeom prst="rect">
            <a:avLst/>
          </a:prstGeom>
        </p:spPr>
      </p:pic>
      <p:pic>
        <p:nvPicPr>
          <p:cNvPr id="6" name="Picture 5" descr="04_batch_mask_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486400" cy="2880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297680"/>
            <a:ext cx="52120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297680"/>
            <a:ext cx="73152" cy="123444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425696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截图位置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800600"/>
            <a:ext cx="48828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methods/flyprompt.py:24-53
online_iter 对同一个 streaming batch 做多步训练，然后收集路由统计。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663440"/>
            <a:ext cx="52578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4663440"/>
            <a:ext cx="73152" cy="132588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4791455"/>
            <a:ext cx="4928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截图位置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5166359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methods/flyprompt.py:98-130
构造 batch seen-class mask，并在每个 optimizer step 后更新 EMA heads。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代码截图 3：TE2 推理与 expert 切换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建议录屏时截 models/flyprompt.py 中 forward_with_ema 和 process_task_count。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te2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532120" cy="2697480"/>
          </a:xfrm>
          <a:prstGeom prst="rect">
            <a:avLst/>
          </a:prstGeom>
        </p:spPr>
      </p:pic>
      <p:pic>
        <p:nvPicPr>
          <p:cNvPr id="6" name="Picture 5" descr="06_step_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486400" cy="2057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617720"/>
            <a:ext cx="52120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617720"/>
            <a:ext cx="73152" cy="109728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745736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截图位置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120640"/>
            <a:ext cx="48828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models/flyprompt.py:300-324
返回 online head + EMA heads 的 logits 列表，供 ensemble 使用。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977639"/>
            <a:ext cx="52578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3977639"/>
            <a:ext cx="73152" cy="14173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4105655"/>
            <a:ext cx="4928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截图位置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4480559"/>
            <a:ext cx="49286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models/flyprompt.py:390-404
按内部 step 切换 expert，刷新 router，并初始化新 expert。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代码移植：按 LibContinual 接口重建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迁移不是直接调用 FlyGCL，而是适配模型、数据、训练和评估边界。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10835637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182848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182848"/>
                          </a:solidFill>
                          <a:latin typeface="Microsoft YaHei"/>
                        </a:rPr>
                        <a:t>迁移内容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182848"/>
                          </a:solidFill>
                          <a:latin typeface="Microsoft YaHei"/>
                        </a:rPr>
                        <a:t>关键文件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模型层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PromptBank、RearRouter、FlyPrompt 组合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models/flyprompt.py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训练层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online_iter 多步更新与 EMA 更新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methods/flyprompt.py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Trainer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FlyPrompt 专用训练/评估接入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methods/_trainer.py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报告证据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JSON 归档、聚合表格、图像对比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D323C"/>
                          </a:solidFill>
                          <a:latin typeface="Microsoft YaHei"/>
                        </a:rPr>
                        <a:t>docs/libcontinual_reproduction/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0A0"/>
                </a:solidFill>
                <a:latin typeface="Microsoft YaHei"/>
              </a:rPr>
              <a:t>代码演示时重点打开上述 4 个位置，能覆盖“做了什么、怎么跑、结果在哪里、如何追溯”。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实验协议与证据链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主实验对齐 CIFAR-100 / Sup-21K / Si-Blurry 默认设置，五个随机种子。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数据流：5 sessions，r_D=50%，r_B=10%，balanced split。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58568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模型：ViT-B/16 Sup-21K，backbone 冻结，prompt length=5。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008376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16936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训练：Adam，lr=0.005，batch size=64，online_iter=3，AMP。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58183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66744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指标：A_auc、A_last、A_avg、F_last、BWT_last。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545336"/>
            <a:ext cx="4379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主报告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920240"/>
            <a:ext cx="43799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docs/libcontinual_reproduction/FULL_REPRODUCTION_REPORT.md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0604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60604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734056"/>
            <a:ext cx="4379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结果证据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108960"/>
            <a:ext cx="43799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json_experiment_results/local_reference_json/all_local_json/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9476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73152" cy="9601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922776"/>
            <a:ext cx="4379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表格映射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297680"/>
            <a:ext cx="43799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json_experiment_results/TABLE_TO_JSON_MAP.md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98348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98348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5111496"/>
            <a:ext cx="4379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图表输出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486400"/>
            <a:ext cx="43799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json_experiment_results/figures/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主结果：论文与 LibContinual 迁移版对比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迁移版在三个数据集上均略低于论文，但差距稳定。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per_vs_lib_sup21k_auc_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623560" cy="2834640"/>
          </a:xfrm>
          <a:prstGeom prst="rect">
            <a:avLst/>
          </a:prstGeom>
        </p:spPr>
      </p:pic>
      <p:pic>
        <p:nvPicPr>
          <p:cNvPr id="6" name="Picture 5" descr="paper_vs_lib_sup21k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166360" cy="28346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590288"/>
          <a:ext cx="106070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数据集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论文 A_auc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迁移 A_auc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论文 A_last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迁移 A_last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CIFAR-100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83.24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81.47 ± 0.61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86.76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84.59 ± 0.37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ImageNet-R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56.58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55.12 ± 0.74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55.27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53.61 ± 0.68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CUB-200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70.64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69.08 ± 0.92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73.40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71.46 ± 0.81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消融结果：关键组件趋势被复现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完整 FlyPrompt 最好，去掉 prompt / REAR / EMA 均会下降。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per_vs_lib_component_ablati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5486400" cy="3429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481328"/>
          <a:ext cx="4892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182848"/>
                          </a:solidFill>
                          <a:latin typeface="Microsoft YaHei"/>
                        </a:rPr>
                        <a:t>设置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182848"/>
                          </a:solidFill>
                          <a:latin typeface="Microsoft YaHei"/>
                        </a:rPr>
                        <a:t>迁移 A_auc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182848"/>
                          </a:solidFill>
                          <a:latin typeface="Microsoft YaHei"/>
                        </a:rPr>
                        <a:t>迁移 A_last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No prompt, no EMA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69.82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71.15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No REAR, EMA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80.28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82.20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REAR + prompt, no EMA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80.15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82.71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Full FlyPrompt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81.47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84.59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2578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0A0"/>
                </a:solidFill>
                <a:latin typeface="Microsoft YaHei"/>
              </a:rPr>
              <a:t>结论：迁移版不仅接近主结果，更重要的是保留了论文中“组件组合贡献”的相对关系。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在线曲线与异常处理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GCL 评估会随 seen-class 范围扩大而阶段性变难，因此曲线下跳不是简单异常。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nline_gcl_curve_s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623560" cy="36118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583680" y="1600200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508760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session 边界后 accuracy 短期回落，后续逐步恢复。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2313432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221991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五个 seed 全部纳入统计，没有手动剔除低 seed。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3026664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935224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AMP 和 transform 差异作为 ablation 记录，不混入主结果。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3739896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648456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所有主要数值可从 JSON、聚合表和 SHA256 追溯。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录制中的代码演示路线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建议控制在 3 分钟以内，只展示核心路径，不现场跑完整实验。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1. README.md:192-204，展示复现报告入口。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167128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2. models/flyprompt.py:22-38 / 113-143，展示 Prompt 和 REAR。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25496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3. methods/flyprompt.py:24-53 / 98-130，展示 online_iter、mask 和 EMA。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83864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92424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4. models/flyprompt.py:300-324 / 390-404，展示 TE2 推理和 expert 切换。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42231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50791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5. docs/libcontinual_reproduction/json_experiment_results/，展示 JSON、聚合表和 figures。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532120"/>
            <a:ext cx="10287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532120"/>
            <a:ext cx="73152" cy="59436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660136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不建议现场执行完整训练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6035040"/>
            <a:ext cx="995781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10 分钟视频里只展示命令位置、配置文件和已归档结果；完整训练耗时较长。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848"/>
                </a:solidFill>
                <a:latin typeface="Microsoft YaHei"/>
              </a:rPr>
              <a:t>结论与提交状态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当前版本适合作为“代码 + PPT + 演示视频”的提交材料。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34290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874519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45336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完成内容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20240"/>
            <a:ext cx="30998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FlyPrompt 核心算法已迁移；报告、图表、JSON 证据已归档；GitHub 已更新。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34290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874519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45336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复现结论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20240"/>
            <a:ext cx="30998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主结果差距约 1-2 个百分点；组件趋势、EMA/mask/router 结论与论文一致。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34290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874519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45336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局限说明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20240"/>
            <a:ext cx="30998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D323C"/>
                </a:solidFill>
                <a:latin typeface="Microsoft YaHei"/>
              </a:rPr>
              <a:t>部分论文扩展行无本地 JSON 映射；成本表仍依赖硬件和测量口径。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069079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39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提交仓库：https://github.com/binhaotian/FlyGCL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599431"/>
            <a:ext cx="100584" cy="100584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07992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最新提交：见 GitHub main 分支提交记录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5129783"/>
            <a:ext cx="100584" cy="100584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038344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建议视频结构：PPT 约 7 分钟 + 代码演示约 3 分钟。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105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